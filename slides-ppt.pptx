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Breaking Free from the XPT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Exploration of Dataset-JSON as an Alternative Transport File to Regulatory Agencies</a:t>
            </a:r>
            <a:br/>
            <a:br/>
            <a:r>
              <a:rPr/>
              <a:t>Ben Straub (GSK) Sam Parmar (Pfizer) Nick Masel (Johnson &amp; Johnson)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Free from the XPT</dc:title>
  <dc:creator>Ben Straub (GSK) Sam Parmar (Pfizer) Nick Masel (Johnson &amp; Johnson)</dc:creator>
  <cp:keywords/>
  <dcterms:created xsi:type="dcterms:W3CDTF">2026-03-18T19:32:38Z</dcterms:created>
  <dcterms:modified xsi:type="dcterms:W3CDTF">2026-03-18T19:32:38Z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source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Exploration of Dataset-JSON as an Alternative Transport File to Regulatory Agencies</vt:lpwstr>
  </property>
  <property fmtid="{D5CDD505-2E9C-101B-9397-08002B2CF9AE}" pid="11" name="toc-title">
    <vt:lpwstr>Table of contents</vt:lpwstr>
  </property>
</Properties>
</file>